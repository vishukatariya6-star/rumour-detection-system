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7" r:id="rId2"/>
    <p:sldId id="25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66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39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59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3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8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76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9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98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4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56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16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96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02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2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63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0378E4-13A7-41B1-A1EE-EED3A9008DC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9C3F59-B95E-44A9-A757-4FB25C934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269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273AEB-0986-402B-8215-91C24CD7598C}"/>
              </a:ext>
            </a:extLst>
          </p:cNvPr>
          <p:cNvSpPr txBox="1"/>
          <p:nvPr/>
        </p:nvSpPr>
        <p:spPr>
          <a:xfrm>
            <a:off x="443265" y="889105"/>
            <a:ext cx="10326995" cy="1309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Algerian" panose="04020705040A02060702" pitchFamily="82" charset="0"/>
              </a:rPr>
              <a:t>Rumour Detection System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AI + Source 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85C41-8E12-4175-A918-A152A10789D5}"/>
              </a:ext>
            </a:extLst>
          </p:cNvPr>
          <p:cNvSpPr txBox="1"/>
          <p:nvPr/>
        </p:nvSpPr>
        <p:spPr>
          <a:xfrm>
            <a:off x="393569" y="4077369"/>
            <a:ext cx="73191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 By: </a:t>
            </a:r>
            <a:r>
              <a:rPr lang="en-US" sz="2400" dirty="0"/>
              <a:t>Abhishek , Km. Neha and Vishu Katariya </a:t>
            </a:r>
          </a:p>
          <a:p>
            <a:r>
              <a:rPr lang="en-US" sz="2400" b="1" dirty="0"/>
              <a:t>Course:            </a:t>
            </a:r>
            <a:r>
              <a:rPr lang="en-US" sz="2400" dirty="0"/>
              <a:t>M.Sc. IT (IV Semester)</a:t>
            </a:r>
          </a:p>
          <a:p>
            <a:r>
              <a:rPr lang="en-US" sz="2400" b="1" dirty="0"/>
              <a:t>College :          </a:t>
            </a:r>
            <a:r>
              <a:rPr lang="en-US" sz="2400" dirty="0"/>
              <a:t>MOTHERHOOD UNIVERSITY</a:t>
            </a:r>
          </a:p>
          <a:p>
            <a:r>
              <a:rPr lang="en-US" sz="2400" b="1" dirty="0"/>
              <a:t>Guided By:     </a:t>
            </a:r>
            <a:r>
              <a:rPr lang="en-US" sz="2400" dirty="0"/>
              <a:t>Dipanshu Sharma sir</a:t>
            </a:r>
          </a:p>
          <a:p>
            <a:r>
              <a:rPr lang="en-US" sz="2400" b="1" dirty="0"/>
              <a:t>Date:               </a:t>
            </a:r>
            <a:r>
              <a:rPr lang="en-US" sz="2400" dirty="0"/>
              <a:t>02</a:t>
            </a:r>
            <a:r>
              <a:rPr lang="en-US" sz="2400" baseline="30000" dirty="0"/>
              <a:t>nd</a:t>
            </a:r>
            <a:r>
              <a:rPr lang="en-US" sz="2400" dirty="0"/>
              <a:t> May 2026</a:t>
            </a:r>
          </a:p>
          <a:p>
            <a:r>
              <a:rPr lang="en-US" sz="2400" b="1" dirty="0"/>
              <a:t>Session:</a:t>
            </a:r>
            <a:r>
              <a:rPr lang="en-US" sz="2400" dirty="0"/>
              <a:t>          2025-2026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057B6C-40F5-4BD3-97B0-79A5B0DD5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" b="7273"/>
          <a:stretch/>
        </p:blipFill>
        <p:spPr>
          <a:xfrm>
            <a:off x="10670869" y="805070"/>
            <a:ext cx="1398991" cy="11955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243375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4916-7436-40FA-8B0F-7839D80E4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8589" y="274362"/>
            <a:ext cx="4499643" cy="944003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Algerian" panose="04020705040A02060702" pitchFamily="82" charset="0"/>
              </a:rPr>
              <a:t>Introduction</a:t>
            </a:r>
            <a:r>
              <a:rPr lang="en-US" dirty="0"/>
              <a:t>	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01B048-F270-4863-8BC7-C01EDEB8F134}"/>
              </a:ext>
            </a:extLst>
          </p:cNvPr>
          <p:cNvSpPr txBox="1">
            <a:spLocks/>
          </p:cNvSpPr>
          <p:nvPr/>
        </p:nvSpPr>
        <p:spPr>
          <a:xfrm>
            <a:off x="794755" y="2044461"/>
            <a:ext cx="10247312" cy="12469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Rumour Detection System (RDS) is an AI-based system that analyzes text, headlines, or URLs to identify rumour and misleading or fake content, and provides results based on evidence and data sources.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E506B9-2C89-4BAD-9414-3F9682BD0C68}"/>
              </a:ext>
            </a:extLst>
          </p:cNvPr>
          <p:cNvSpPr txBox="1">
            <a:spLocks/>
          </p:cNvSpPr>
          <p:nvPr/>
        </p:nvSpPr>
        <p:spPr>
          <a:xfrm>
            <a:off x="794754" y="4349071"/>
            <a:ext cx="10247312" cy="12469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It helps users: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Understand hidden meaning in text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Detect fake or misleading rumour content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Improve content reliability</a:t>
            </a:r>
          </a:p>
        </p:txBody>
      </p:sp>
    </p:spTree>
    <p:extLst>
      <p:ext uri="{BB962C8B-B14F-4D97-AF65-F5344CB8AC3E}">
        <p14:creationId xmlns:p14="http://schemas.microsoft.com/office/powerpoint/2010/main" val="741843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2920-C33D-47C4-9734-6E438DF1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41" y="897835"/>
            <a:ext cx="10131425" cy="1109870"/>
          </a:xfrm>
        </p:spPr>
        <p:txBody>
          <a:bodyPr>
            <a:noAutofit/>
          </a:bodyPr>
          <a:lstStyle/>
          <a:p>
            <a:r>
              <a:rPr lang="en-US" sz="4800" b="1" u="sng" dirty="0">
                <a:latin typeface="+mn-lt"/>
              </a:rPr>
              <a:t>Technology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58907-2CEE-4E18-AC95-41B604F07A18}"/>
              </a:ext>
            </a:extLst>
          </p:cNvPr>
          <p:cNvSpPr txBox="1"/>
          <p:nvPr/>
        </p:nvSpPr>
        <p:spPr>
          <a:xfrm>
            <a:off x="440772" y="2713382"/>
            <a:ext cx="104559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User Interface: Streamlit application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Language: Python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Text Processing: NLP (Natural Language Processing)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Machine learning: TF-IDF(Term Frequency–Inverse Document Frequency) and Logistic Regression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Dataset: Text and News dataset</a:t>
            </a:r>
          </a:p>
        </p:txBody>
      </p:sp>
    </p:spTree>
    <p:extLst>
      <p:ext uri="{BB962C8B-B14F-4D97-AF65-F5344CB8AC3E}">
        <p14:creationId xmlns:p14="http://schemas.microsoft.com/office/powerpoint/2010/main" val="3560836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941F-70C8-4B3D-97EB-73B2C5A5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73" y="9427"/>
            <a:ext cx="6137634" cy="1096799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Interface of </a:t>
            </a:r>
            <a:r>
              <a:rPr lang="en-US" b="1" dirty="0" err="1">
                <a:latin typeface="Arial Rounded MT Bold" panose="020F0704030504030204" pitchFamily="34" charset="0"/>
              </a:rPr>
              <a:t>rDS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2B44E-AECA-41E8-BED8-A29B96463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471" y="1017036"/>
            <a:ext cx="11769435" cy="5589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70573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818F9-F86C-4CB9-955C-9830DA78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141403"/>
            <a:ext cx="12054840" cy="65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5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E857BC-E606-4204-B805-9BBCB12A1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0" y="94268"/>
            <a:ext cx="12028603" cy="66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60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A621F-7284-4FE4-B94F-5C67E959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13121"/>
            <a:ext cx="12038028" cy="66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22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D1E6D-7BBB-45B4-80C8-C596F58E82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2"/>
          <a:stretch/>
        </p:blipFill>
        <p:spPr>
          <a:xfrm>
            <a:off x="342075" y="197245"/>
            <a:ext cx="5024487" cy="3378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191E2-874D-4064-8EAA-1C41AE4A8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74" y="3927292"/>
            <a:ext cx="5024487" cy="27334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4D815B-2BAB-417B-9BD4-FFB6D2A10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806" y="1206392"/>
            <a:ext cx="5458119" cy="4143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0069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19B68-A48B-4AD6-89CE-9061CEFB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122547"/>
            <a:ext cx="12047455" cy="666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8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3F7CB3-E819-4F61-8C53-693336BC4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" y="103695"/>
            <a:ext cx="11994037" cy="66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57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5A6270-A50C-4C8B-BF61-18592CDB9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7" y="178603"/>
            <a:ext cx="6096000" cy="62924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7C0CC7-0BCA-4AC9-A907-0FD09CDC6D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952"/>
          <a:stretch/>
        </p:blipFill>
        <p:spPr>
          <a:xfrm>
            <a:off x="6992031" y="89311"/>
            <a:ext cx="4909817" cy="2823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684AE-707E-4E48-ABF2-7DFF8F0AB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031" y="3324814"/>
            <a:ext cx="4909817" cy="30965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79909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9D429A-03BF-4F32-B1CE-C05974A2D1E7}"/>
              </a:ext>
            </a:extLst>
          </p:cNvPr>
          <p:cNvSpPr txBox="1">
            <a:spLocks/>
          </p:cNvSpPr>
          <p:nvPr/>
        </p:nvSpPr>
        <p:spPr>
          <a:xfrm>
            <a:off x="603041" y="897835"/>
            <a:ext cx="10131425" cy="110987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u="sng" dirty="0">
                <a:latin typeface="+mn-lt"/>
              </a:rPr>
              <a:t>Features of rds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8BA4351-B7C4-499B-A9DF-912732BADFB9}"/>
              </a:ext>
            </a:extLst>
          </p:cNvPr>
          <p:cNvSpPr txBox="1"/>
          <p:nvPr/>
        </p:nvSpPr>
        <p:spPr>
          <a:xfrm>
            <a:off x="603041" y="2620409"/>
            <a:ext cx="106910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Analyzes </a:t>
            </a:r>
            <a:r>
              <a:rPr lang="en-US" sz="3600" b="1" dirty="0"/>
              <a:t>text, headlines, and URLs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Performs AI-based text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Supports </a:t>
            </a:r>
            <a:r>
              <a:rPr lang="en-US" sz="3600" b="1" dirty="0"/>
              <a:t>evidence and source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Identifies </a:t>
            </a:r>
            <a:r>
              <a:rPr lang="en-US" sz="3600" b="1" dirty="0"/>
              <a:t>Rumour, sarcastic, or misleading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Provides </a:t>
            </a:r>
            <a:r>
              <a:rPr lang="en-US" sz="3600" b="1" dirty="0"/>
              <a:t>user-friendly and fast output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5013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71ACA3-7AD2-41CC-8919-0694F8FC089E}"/>
              </a:ext>
            </a:extLst>
          </p:cNvPr>
          <p:cNvSpPr txBox="1">
            <a:spLocks/>
          </p:cNvSpPr>
          <p:nvPr/>
        </p:nvSpPr>
        <p:spPr>
          <a:xfrm>
            <a:off x="603041" y="897554"/>
            <a:ext cx="10131425" cy="110987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u="sng" dirty="0">
                <a:latin typeface="+mn-lt"/>
              </a:rPr>
              <a:t>conclusion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7B1E5C-4C8B-4464-AB7D-2BD1EC00F543}"/>
              </a:ext>
            </a:extLst>
          </p:cNvPr>
          <p:cNvSpPr txBox="1"/>
          <p:nvPr/>
        </p:nvSpPr>
        <p:spPr>
          <a:xfrm>
            <a:off x="603041" y="2717686"/>
            <a:ext cx="11333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RDS helps users analyze </a:t>
            </a:r>
            <a:r>
              <a:rPr lang="en-US" sz="3600" dirty="0" err="1"/>
              <a:t>rumours</a:t>
            </a:r>
            <a:r>
              <a:rPr lang="en-US" sz="3600" dirty="0"/>
              <a:t>, sarcastic, and misleading content in digital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It enhances user awareness and promotes better understanding of social media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The system is beneficial for students, researchers, and everyday users.</a:t>
            </a:r>
          </a:p>
        </p:txBody>
      </p:sp>
    </p:spTree>
    <p:extLst>
      <p:ext uri="{BB962C8B-B14F-4D97-AF65-F5344CB8AC3E}">
        <p14:creationId xmlns:p14="http://schemas.microsoft.com/office/powerpoint/2010/main" val="48303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F15F7-8AE7-40E0-8224-5EE9CDD5E8ED}"/>
              </a:ext>
            </a:extLst>
          </p:cNvPr>
          <p:cNvSpPr txBox="1"/>
          <p:nvPr/>
        </p:nvSpPr>
        <p:spPr>
          <a:xfrm>
            <a:off x="3405876" y="2473278"/>
            <a:ext cx="7725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49340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1783</TotalTime>
  <Words>222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Aparajita</vt:lpstr>
      <vt:lpstr>Arial</vt:lpstr>
      <vt:lpstr>Arial Rounded MT Bold</vt:lpstr>
      <vt:lpstr>Calibri</vt:lpstr>
      <vt:lpstr>Calibri Light</vt:lpstr>
      <vt:lpstr>Celestial</vt:lpstr>
      <vt:lpstr>PowerPoint Presentation</vt:lpstr>
      <vt:lpstr>Introduction </vt:lpstr>
      <vt:lpstr>Technology used</vt:lpstr>
      <vt:lpstr>Interface of 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VISHU KATARIYA</cp:lastModifiedBy>
  <cp:revision>46</cp:revision>
  <dcterms:created xsi:type="dcterms:W3CDTF">2026-03-19T16:19:03Z</dcterms:created>
  <dcterms:modified xsi:type="dcterms:W3CDTF">2026-05-02T06:13:36Z</dcterms:modified>
</cp:coreProperties>
</file>